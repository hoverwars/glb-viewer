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1952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entrega 1 de 3: proyecto de visor GLB en C++ / OpenGL.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proyecto: un visor de archivos .glb (formato binario de glTF 2.0) en C++ con OpenGL, GLFW, GLAD, GLM y Dear ImGui. Hoy presentamos la entrega 1. El movimiento de cámara y objeto se aplaza a la entrega 2 por falta de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GLB = cabecera de 12 bytes, un chunk JSON que describe la escena y un chunk BIN con los datos en bruto. Cadena a recordar: node -&gt; mesh -&gt; primitive -&gt; accessor -&gt; bufferView -&gt; buffer. La dificultad: leer binario en bruto (offsets, tipos de componentes).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Reflejo fiel de la jerarquía glTF: GlbFile crea Nodes (árbol recursivo), cada Node referencia un Mesh compuesto de MeshParts. Las transformaciones (rotación, traslación, escala) ya están almacenadas en Node y se usarán en la entrega 2. MeshPart recibirá normales y UV en las entregas 2 y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ABufferView es una base abstracta no genérica: permite almacenar buffers de tipos distintos en un mismo vector. BufferView&lt;Container, Base&gt; factoriza el parseo (bytes -&gt; valores -&gt; contenedores). Las subclases solo definen buildContainer: float -&gt; escalar, vec3 -&gt; glm::vec3.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Parseo -&gt; buffers GPU (VBO/EBO/VAO) -&gt; shaders y matriz MVP con GLM -&gt; render en un framebuffer -&gt; la textura se muestra en una ventana ImGui. La cuadrícula y el zoom de cámara ya están implementados: primer paso hacia los movimientos de la entrega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Preparar un vídeo de respaldo. Guion: lanzar la aplicación (make), abrir un .glb con el explorador de archivos, mostrar los nodos en el menú izquierdo, mostrar el modelo sobre la cuadrícula y hacer zoom.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Dificultades: parseo binario genérico, render en una textura ImGui, compilación en Windows con el Makefile. Desviación: movimiento de cámara y objeto aplazados a la entrega 2 por falta de tiempo, pero la arquitectura está lista (transformaciones almacenadas en Node, zoom ya implementado).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Entregado: inicialización, carga y parseo del GLB, visualización del modelo, cuadrícula, zoom. Entrega 2: texturas, movimiento de cámara y objeto, perspectiva. Entrega 3: luz y normales.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47548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4754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417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tx1"/>
                </a:solidFill>
              </a:rPr>
              <a:t>GLB Viewer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tx2"/>
                </a:solidFill>
              </a:rPr>
              <a:t>Visor 3D de archivos GLB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chemeClr val="tx2"/>
                </a:solidFill>
              </a:rPr>
              <a:t>en C++ y OpenGL</a:t>
            </a:r>
            <a:endParaRPr lang="en-US" sz="2000" dirty="0"/>
          </a:p>
        </p:txBody>
      </p:sp>
      <p:sp>
        <p:nvSpPr>
          <p:cNvPr id="4" name="Pill rendu"/>
          <p:cNvSpPr/>
          <p:nvPr/>
        </p:nvSpPr>
        <p:spPr>
          <a:xfrm>
            <a:off x="548640" y="3749040"/>
            <a:ext cx="15544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1 / 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30175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0" cy="30175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760720" y="1417320"/>
            <a:ext cx="30175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263640" y="914400"/>
            <a:ext cx="0" cy="30175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760720" y="1920240"/>
            <a:ext cx="30175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766560" y="914400"/>
            <a:ext cx="0" cy="30175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760720" y="2423160"/>
            <a:ext cx="30175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269480" y="914400"/>
            <a:ext cx="0" cy="30175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5760720" y="2926080"/>
            <a:ext cx="30175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7772400" y="914400"/>
            <a:ext cx="0" cy="30175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760720" y="3429000"/>
            <a:ext cx="30175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275320" y="914400"/>
            <a:ext cx="0" cy="30175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760720" y="3931920"/>
            <a:ext cx="3017520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8778240" y="914400"/>
            <a:ext cx="0" cy="301752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Motif diamant"/>
          <p:cNvSpPr/>
          <p:nvPr/>
        </p:nvSpPr>
        <p:spPr>
          <a:xfrm>
            <a:off x="6492240" y="1371600"/>
            <a:ext cx="1554480" cy="2103120"/>
          </a:xfrm>
          <a:prstGeom prst="diamond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Motif diamant interieur"/>
          <p:cNvSpPr/>
          <p:nvPr/>
        </p:nvSpPr>
        <p:spPr>
          <a:xfrm>
            <a:off x="6995160" y="1965960"/>
            <a:ext cx="548640" cy="731520"/>
          </a:xfrm>
          <a:prstGeom prst="diamond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Un visor GLB en tres entregas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· OpenGL · GLFW · GLAD · GLM · Dear ImGui</a:t>
            </a:r>
            <a:endParaRPr lang="en-US" sz="1600" dirty="0"/>
          </a:p>
        </p:txBody>
      </p:sp>
      <p:sp>
        <p:nvSpPr>
          <p:cNvPr id="5" name="Carte Entrega 1"/>
          <p:cNvSpPr/>
          <p:nvPr/>
        </p:nvSpPr>
        <p:spPr>
          <a:xfrm>
            <a:off x="548640" y="1828800"/>
            <a:ext cx="2514600" cy="2514600"/>
          </a:xfrm>
          <a:prstGeom prst="roundRect">
            <a:avLst>
              <a:gd name="adj" fmla="val 2909"/>
            </a:avLst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5915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Inicialización del proyecto</a:t>
            </a:r>
            <a:endParaRPr lang="en-US" sz="1400" dirty="0"/>
          </a:p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un modelo 3D</a:t>
            </a:r>
            <a:endParaRPr lang="en-US" sz="1400" dirty="0"/>
          </a:p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Cuadrícula en la escena</a:t>
            </a:r>
            <a:endParaRPr lang="en-US" sz="1400" dirty="0"/>
          </a:p>
        </p:txBody>
      </p:sp>
      <p:sp>
        <p:nvSpPr>
          <p:cNvPr id="9" name="Carte Entrega 2"/>
          <p:cNvSpPr/>
          <p:nvPr/>
        </p:nvSpPr>
        <p:spPr>
          <a:xfrm>
            <a:off x="3314700" y="1828800"/>
            <a:ext cx="251460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354330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543300" y="269748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 sobre el modelo</a:t>
            </a:r>
            <a:endParaRPr lang="en-US" sz="1400" dirty="0"/>
          </a:p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de cámara y objeto: rotación, escala, traslación</a:t>
            </a:r>
            <a:endParaRPr lang="en-US" sz="1400" dirty="0"/>
          </a:p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Extras: elección de la perspectiva</a:t>
            </a:r>
            <a:endParaRPr lang="en-US" sz="1400" dirty="0"/>
          </a:p>
        </p:txBody>
      </p:sp>
      <p:sp>
        <p:nvSpPr>
          <p:cNvPr id="12" name="Carte Entrega 3"/>
          <p:cNvSpPr/>
          <p:nvPr/>
        </p:nvSpPr>
        <p:spPr>
          <a:xfrm>
            <a:off x="6080760" y="1828800"/>
            <a:ext cx="2514600" cy="2514600"/>
          </a:xfrm>
          <a:prstGeom prst="roundRect">
            <a:avLst>
              <a:gd name="adj" fmla="val 2909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630936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3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269748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Noción de luz</a:t>
            </a:r>
            <a:endParaRPr lang="en-US" sz="1400" dirty="0"/>
          </a:p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las normales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El formato GLB en breve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archivo</a:t>
            </a:r>
            <a:endParaRPr lang="en-US" sz="1800" dirty="0"/>
          </a:p>
        </p:txBody>
      </p:sp>
      <p:sp>
        <p:nvSpPr>
          <p:cNvPr id="5" name="Bloc Header"/>
          <p:cNvSpPr/>
          <p:nvPr/>
        </p:nvSpPr>
        <p:spPr>
          <a:xfrm>
            <a:off x="548640" y="1645920"/>
            <a:ext cx="34747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77724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bytes</a:t>
            </a:r>
            <a:endParaRPr lang="en-US" sz="1400" dirty="0"/>
          </a:p>
        </p:txBody>
      </p:sp>
      <p:sp>
        <p:nvSpPr>
          <p:cNvPr id="7" name="Bloc Chunk JSON"/>
          <p:cNvSpPr/>
          <p:nvPr/>
        </p:nvSpPr>
        <p:spPr>
          <a:xfrm>
            <a:off x="548640" y="2560320"/>
            <a:ext cx="347472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JSON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escena</a:t>
            </a:r>
            <a:endParaRPr lang="en-US" sz="1400" dirty="0"/>
          </a:p>
        </p:txBody>
      </p:sp>
      <p:sp>
        <p:nvSpPr>
          <p:cNvPr id="9" name="Bloc Chunk BIN"/>
          <p:cNvSpPr/>
          <p:nvPr/>
        </p:nvSpPr>
        <p:spPr>
          <a:xfrm>
            <a:off x="548640" y="3474720"/>
            <a:ext cx="347472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777240" y="3474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BIN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binarios en bruto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datos glTF</a:t>
            </a:r>
            <a:endParaRPr lang="en-US" sz="1800" dirty="0"/>
          </a:p>
        </p:txBody>
      </p:sp>
      <p:sp>
        <p:nvSpPr>
          <p:cNvPr id="12" name="Etape node"/>
          <p:cNvSpPr/>
          <p:nvPr/>
        </p:nvSpPr>
        <p:spPr>
          <a:xfrm>
            <a:off x="4754880" y="1645920"/>
            <a:ext cx="2011680" cy="347472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4754880" y="1645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760720" y="1993392"/>
            <a:ext cx="0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5" name="Etape mesh"/>
          <p:cNvSpPr/>
          <p:nvPr/>
        </p:nvSpPr>
        <p:spPr>
          <a:xfrm>
            <a:off x="4754880" y="2121408"/>
            <a:ext cx="2011680" cy="347472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 txBox="1"/>
          <p:nvPr/>
        </p:nvSpPr>
        <p:spPr>
          <a:xfrm>
            <a:off x="4754880" y="21214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mesh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760720" y="2468880"/>
            <a:ext cx="0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8" name="Etape primitive"/>
          <p:cNvSpPr/>
          <p:nvPr/>
        </p:nvSpPr>
        <p:spPr>
          <a:xfrm>
            <a:off x="4754880" y="2596896"/>
            <a:ext cx="2011680" cy="347472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4754880" y="25968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primitive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760720" y="2944368"/>
            <a:ext cx="0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1" name="Etape accessor"/>
          <p:cNvSpPr/>
          <p:nvPr/>
        </p:nvSpPr>
        <p:spPr>
          <a:xfrm>
            <a:off x="4754880" y="3072384"/>
            <a:ext cx="201168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4754880" y="30723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accessor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760720" y="3419856"/>
            <a:ext cx="0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4" name="Etape bufferView"/>
          <p:cNvSpPr/>
          <p:nvPr/>
        </p:nvSpPr>
        <p:spPr>
          <a:xfrm>
            <a:off x="4754880" y="3547872"/>
            <a:ext cx="201168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 txBox="1"/>
          <p:nvPr/>
        </p:nvSpPr>
        <p:spPr>
          <a:xfrm>
            <a:off x="4754880" y="35478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bufferView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760720" y="3895344"/>
            <a:ext cx="0" cy="12801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7" name="Etape buffer"/>
          <p:cNvSpPr/>
          <p:nvPr/>
        </p:nvSpPr>
        <p:spPr>
          <a:xfrm>
            <a:off x="4754880" y="4023360"/>
            <a:ext cx="201168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 txBox="1"/>
          <p:nvPr/>
        </p:nvSpPr>
        <p:spPr>
          <a:xfrm>
            <a:off x="4754880" y="4023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buffer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94944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descrito en el JSON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94944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leído del binario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decodificar bytes en bruto (offsets, tipos de componentes).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Arquitectura de las clases de datos</a:t>
            </a:r>
            <a:endParaRPr lang="en-US" sz="3200" dirty="0"/>
          </a:p>
        </p:txBody>
      </p:sp>
      <p:sp>
        <p:nvSpPr>
          <p:cNvPr id="4" name="Class GlbFile"/>
          <p:cNvSpPr/>
          <p:nvPr/>
        </p:nvSpPr>
        <p:spPr>
          <a:xfrm>
            <a:off x="548640" y="1691640"/>
            <a:ext cx="1737360" cy="23774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 txBox="1"/>
          <p:nvPr/>
        </p:nvSpPr>
        <p:spPr>
          <a:xfrm>
            <a:off x="594360" y="1746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GlbFile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2039112"/>
            <a:ext cx="173736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 txBox="1"/>
          <p:nvPr/>
        </p:nvSpPr>
        <p:spPr>
          <a:xfrm>
            <a:off x="640080" y="20848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: json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meshes : Mesh*[]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: ABufferView*[]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73736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640080" y="27432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getNodes() : Node*[]</a:t>
            </a:r>
            <a:endParaRPr lang="en-US" sz="1100" dirty="0"/>
          </a:p>
        </p:txBody>
      </p:sp>
      <p:sp>
        <p:nvSpPr>
          <p:cNvPr id="10" name="Class Node"/>
          <p:cNvSpPr/>
          <p:nvPr/>
        </p:nvSpPr>
        <p:spPr>
          <a:xfrm>
            <a:off x="2706624" y="1691640"/>
            <a:ext cx="1554480" cy="23774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2752344" y="1746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06624" y="2039112"/>
            <a:ext cx="15544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2798064" y="2084832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string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: Node*[]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: Mesh*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: vec4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: vec3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: vec3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06624" y="3246120"/>
            <a:ext cx="155448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2798064" y="3291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hasChild() : bool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getChildren()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getMesh()</a:t>
            </a:r>
            <a:endParaRPr lang="en-US" sz="1100" dirty="0"/>
          </a:p>
        </p:txBody>
      </p:sp>
      <p:sp>
        <p:nvSpPr>
          <p:cNvPr id="16" name="Class Mesh"/>
          <p:cNvSpPr/>
          <p:nvPr/>
        </p:nvSpPr>
        <p:spPr>
          <a:xfrm>
            <a:off x="4681728" y="1691640"/>
            <a:ext cx="1371600" cy="23774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 txBox="1"/>
          <p:nvPr/>
        </p:nvSpPr>
        <p:spPr>
          <a:xfrm>
            <a:off x="4727448" y="1746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81728" y="2039112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4773168" y="208483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string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: MeshPart*[]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81728" y="2514600"/>
            <a:ext cx="137160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4773168" y="25603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getParts()</a:t>
            </a:r>
            <a:endParaRPr lang="en-US" sz="1100" dirty="0"/>
          </a:p>
        </p:txBody>
      </p:sp>
      <p:sp>
        <p:nvSpPr>
          <p:cNvPr id="22" name="Class MeshPart"/>
          <p:cNvSpPr/>
          <p:nvPr/>
        </p:nvSpPr>
        <p:spPr>
          <a:xfrm>
            <a:off x="6473952" y="1691640"/>
            <a:ext cx="2103120" cy="23774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 txBox="1"/>
          <p:nvPr/>
        </p:nvSpPr>
        <p:spPr>
          <a:xfrm>
            <a:off x="6519672" y="17465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MeshPart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73952" y="2039112"/>
            <a:ext cx="21031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 txBox="1"/>
          <p:nvPr/>
        </p:nvSpPr>
        <p:spPr>
          <a:xfrm>
            <a:off x="6565392" y="208483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 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Vector3dBufferView&lt;float&gt;*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ScalarBufferView&lt;ushort&gt;*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73952" y="2880360"/>
            <a:ext cx="210312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 txBox="1"/>
          <p:nvPr/>
        </p:nvSpPr>
        <p:spPr>
          <a:xfrm>
            <a:off x="6565392" y="29260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getVertices()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getIndices()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286000" y="2880360"/>
            <a:ext cx="42062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 txBox="1"/>
          <p:nvPr/>
        </p:nvSpPr>
        <p:spPr>
          <a:xfrm>
            <a:off x="2286000" y="26426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261104" y="2880360"/>
            <a:ext cx="42062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 txBox="1"/>
          <p:nvPr/>
        </p:nvSpPr>
        <p:spPr>
          <a:xfrm>
            <a:off x="4261104" y="264261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053328" y="2798064"/>
            <a:ext cx="182880" cy="164592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0"/>
          <p:cNvSpPr/>
          <p:nvPr/>
        </p:nvSpPr>
        <p:spPr>
          <a:xfrm>
            <a:off x="6236208" y="2880360"/>
            <a:ext cx="237744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 txBox="1"/>
          <p:nvPr/>
        </p:nvSpPr>
        <p:spPr>
          <a:xfrm>
            <a:off x="6053328" y="260604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 flipV="1">
            <a:off x="3825850" y="1490472"/>
            <a:ext cx="0" cy="201168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 flipH="1">
            <a:off x="3141878" y="1490472"/>
            <a:ext cx="683971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4"/>
          <p:cNvSpPr/>
          <p:nvPr/>
        </p:nvSpPr>
        <p:spPr>
          <a:xfrm>
            <a:off x="3141878" y="1490472"/>
            <a:ext cx="0" cy="201168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 txBox="1"/>
          <p:nvPr/>
        </p:nvSpPr>
        <p:spPr>
          <a:xfrm>
            <a:off x="2706624" y="12710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0..*</a:t>
            </a:r>
            <a:endParaRPr lang="en-US" sz="1000" dirty="0"/>
          </a:p>
        </p:txBody>
      </p:sp>
      <p:sp>
        <p:nvSpPr>
          <p:cNvPr id="39" name="Message cle"/>
          <p:cNvSpPr/>
          <p:nvPr/>
        </p:nvSpPr>
        <p:spPr>
          <a:xfrm>
            <a:off x="548640" y="4224528"/>
            <a:ext cx="804672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 txBox="1"/>
          <p:nvPr/>
        </p:nvSpPr>
        <p:spPr>
          <a:xfrm>
            <a:off x="731520" y="4224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jerarquía que glTF. Las transformaciones ya están almacenadas en Node, listas para la entrega 2.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Buffers tipados gracias a las plantillas</a:t>
            </a:r>
            <a:endParaRPr lang="en-US" sz="3200" dirty="0"/>
          </a:p>
        </p:txBody>
      </p:sp>
      <p:sp>
        <p:nvSpPr>
          <p:cNvPr id="4" name="Class ABufferView"/>
          <p:cNvSpPr/>
          <p:nvPr/>
        </p:nvSpPr>
        <p:spPr>
          <a:xfrm>
            <a:off x="1463040" y="1188720"/>
            <a:ext cx="2377440" cy="868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 txBox="1"/>
          <p:nvPr/>
        </p:nvSpPr>
        <p:spPr>
          <a:xfrm>
            <a:off x="1463040" y="124358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&lt;&lt;abstract&gt;&gt;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408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ABufferView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463040" y="1700784"/>
            <a:ext cx="237744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1554480" y="17465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parse() = 0</a:t>
            </a:r>
            <a:endParaRPr lang="en-US" sz="1100" dirty="0"/>
          </a:p>
        </p:txBody>
      </p:sp>
      <p:sp>
        <p:nvSpPr>
          <p:cNvPr id="9" name="Class BufferView&lt;Container, Base&gt;"/>
          <p:cNvSpPr/>
          <p:nvPr/>
        </p:nvSpPr>
        <p:spPr>
          <a:xfrm>
            <a:off x="1463040" y="2468880"/>
            <a:ext cx="2377440" cy="1371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1463040" y="25237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&lt;&lt;template&gt;&gt;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6883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BufferView&lt;Container, Base&gt;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463040" y="2980944"/>
            <a:ext cx="237744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 txBox="1"/>
          <p:nvPr/>
        </p:nvSpPr>
        <p:spPr>
          <a:xfrm>
            <a:off x="1554480" y="30266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: vector&lt;Container&gt;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463040" y="3273552"/>
            <a:ext cx="2377440" cy="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1554480" y="33192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buildContainer() = 0</a:t>
            </a:r>
            <a:endParaRPr lang="en-US" sz="1100" dirty="0"/>
          </a:p>
        </p:txBody>
      </p:sp>
      <p:sp>
        <p:nvSpPr>
          <p:cNvPr id="16" name="Class ScalarBufferView&lt;T&gt;"/>
          <p:cNvSpPr/>
          <p:nvPr/>
        </p:nvSpPr>
        <p:spPr>
          <a:xfrm>
            <a:off x="548640" y="4206240"/>
            <a:ext cx="2011680" cy="68580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 txBox="1"/>
          <p:nvPr/>
        </p:nvSpPr>
        <p:spPr>
          <a:xfrm>
            <a:off x="594360" y="42611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ScalarBufferView&lt;T&gt;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553712"/>
            <a:ext cx="20116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640080" y="4599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= T</a:t>
            </a:r>
            <a:endParaRPr lang="en-US" sz="1100" dirty="0"/>
          </a:p>
        </p:txBody>
      </p:sp>
      <p:sp>
        <p:nvSpPr>
          <p:cNvPr id="20" name="Class Vector3dBufferView&lt;T&gt;"/>
          <p:cNvSpPr/>
          <p:nvPr/>
        </p:nvSpPr>
        <p:spPr>
          <a:xfrm>
            <a:off x="2743200" y="4206240"/>
            <a:ext cx="2011680" cy="68580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2788920" y="42611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Vector3dBufferView&lt;T&gt;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0" y="4553712"/>
            <a:ext cx="201168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 txBox="1"/>
          <p:nvPr/>
        </p:nvSpPr>
        <p:spPr>
          <a:xfrm>
            <a:off x="2834640" y="45994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= glm::vec3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569464" y="2057400"/>
            <a:ext cx="164592" cy="146304"/>
          </a:xfrm>
          <a:prstGeom prst="triangle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2651760" y="2203704"/>
            <a:ext cx="0" cy="26517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2569464" y="3840480"/>
            <a:ext cx="164592" cy="146304"/>
          </a:xfrm>
          <a:prstGeom prst="triangle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2651760" y="3986784"/>
            <a:ext cx="0" cy="82296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1554480" y="4069080"/>
            <a:ext cx="219456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6"/>
          <p:cNvSpPr/>
          <p:nvPr/>
        </p:nvSpPr>
        <p:spPr>
          <a:xfrm>
            <a:off x="1554480" y="4069080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7"/>
          <p:cNvSpPr/>
          <p:nvPr/>
        </p:nvSpPr>
        <p:spPr>
          <a:xfrm>
            <a:off x="3749040" y="4069080"/>
            <a:ext cx="0" cy="13716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8"/>
          <p:cNvSpPr/>
          <p:nvPr/>
        </p:nvSpPr>
        <p:spPr>
          <a:xfrm>
            <a:off x="5212080" y="13716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 txBox="1"/>
          <p:nvPr/>
        </p:nvSpPr>
        <p:spPr>
          <a:xfrm>
            <a:off x="5212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715000" y="1353312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ABufferView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no genérica: un mismo vector almacena buffers de tipos distintos.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212080" y="25603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 txBox="1"/>
          <p:nvPr/>
        </p:nvSpPr>
        <p:spPr>
          <a:xfrm>
            <a:off x="52120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715000" y="2542032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BufferView&lt;C, B&gt;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 el parseo: bytes → valores → contenedores.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212080" y="3749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 txBox="1"/>
          <p:nvPr/>
        </p:nvSpPr>
        <p:spPr>
          <a:xfrm>
            <a:off x="52120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715000" y="3730752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definen buildContainer: escalar o glm::vec3.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Pipeline de renderizado</a:t>
            </a:r>
            <a:endParaRPr lang="en-US" sz="3200" dirty="0"/>
          </a:p>
        </p:txBody>
      </p:sp>
      <p:sp>
        <p:nvSpPr>
          <p:cNvPr id="4" name="Etape Parseo GLB"/>
          <p:cNvSpPr/>
          <p:nvPr/>
        </p:nvSpPr>
        <p:spPr>
          <a:xfrm>
            <a:off x="548640" y="1325880"/>
            <a:ext cx="1426464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 txBox="1"/>
          <p:nvPr/>
        </p:nvSpPr>
        <p:spPr>
          <a:xfrm>
            <a:off x="658368" y="1325880"/>
            <a:ext cx="1207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Parseo GLB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vértices e índices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993392" y="1943100"/>
            <a:ext cx="192024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7" name="Etape Buffers GPU"/>
          <p:cNvSpPr/>
          <p:nvPr/>
        </p:nvSpPr>
        <p:spPr>
          <a:xfrm>
            <a:off x="2203704" y="1325880"/>
            <a:ext cx="1426464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2313432" y="1325880"/>
            <a:ext cx="1207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GPU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VBO, EBO, VAO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48456" y="1943100"/>
            <a:ext cx="192024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Etape Shaders"/>
          <p:cNvSpPr/>
          <p:nvPr/>
        </p:nvSpPr>
        <p:spPr>
          <a:xfrm>
            <a:off x="3858768" y="1325880"/>
            <a:ext cx="1426464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 txBox="1"/>
          <p:nvPr/>
        </p:nvSpPr>
        <p:spPr>
          <a:xfrm>
            <a:off x="3968496" y="1325880"/>
            <a:ext cx="1207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Shaders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MVP (GLM)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303520" y="1943100"/>
            <a:ext cx="192024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Etape Framebuffer"/>
          <p:cNvSpPr/>
          <p:nvPr/>
        </p:nvSpPr>
        <p:spPr>
          <a:xfrm>
            <a:off x="5513832" y="1325880"/>
            <a:ext cx="1426464" cy="1234440"/>
          </a:xfrm>
          <a:prstGeom prst="roundRect">
            <a:avLst>
              <a:gd name="adj" fmla="val 5926"/>
            </a:avLst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5623560" y="1325880"/>
            <a:ext cx="1207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Framebuffer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en una textura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958584" y="1943100"/>
            <a:ext cx="192024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Etape ImGui"/>
          <p:cNvSpPr/>
          <p:nvPr/>
        </p:nvSpPr>
        <p:spPr>
          <a:xfrm>
            <a:off x="7168896" y="1325880"/>
            <a:ext cx="1426464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 txBox="1"/>
          <p:nvPr/>
        </p:nvSpPr>
        <p:spPr>
          <a:xfrm>
            <a:off x="7278624" y="1325880"/>
            <a:ext cx="12070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ImGui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textura en una ventana</a:t>
            </a:r>
            <a:endParaRPr lang="en-US" sz="1400" dirty="0"/>
          </a:p>
        </p:txBody>
      </p:sp>
      <p:sp>
        <p:nvSpPr>
          <p:cNvPr id="18" name="Carte framebuffer"/>
          <p:cNvSpPr/>
          <p:nvPr/>
        </p:nvSpPr>
        <p:spPr>
          <a:xfrm>
            <a:off x="548640" y="301752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777240" y="3154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framebuffer?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escena 3D se convierte en una textura, integrada como una imagen en la interfaz ImGui.</a:t>
            </a:r>
            <a:endParaRPr lang="en-US" sz="1400" dirty="0"/>
          </a:p>
        </p:txBody>
      </p:sp>
      <p:sp>
        <p:nvSpPr>
          <p:cNvPr id="20" name="Carte deja en place"/>
          <p:cNvSpPr/>
          <p:nvPr/>
        </p:nvSpPr>
        <p:spPr>
          <a:xfrm>
            <a:off x="4663440" y="3017520"/>
            <a:ext cx="3931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4892040" y="3154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implementado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Cuadrícula en el suelo y zoom de cámara (rueda del ratón), primer paso hacia los movimientos de la entrega 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Demo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463040" y="2423160"/>
            <a:ext cx="6218834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114300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 txBox="1"/>
          <p:nvPr/>
        </p:nvSpPr>
        <p:spPr>
          <a:xfrm>
            <a:off x="11430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Lanzar la aplicación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make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15945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3215945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621585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un .glb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 de archivos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8889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528889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694530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los nodos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izquierdo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61834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7361834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767474" y="2971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el modelo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cuadrícula y zoom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Dificultades y desviaciones del plan</a:t>
            </a:r>
            <a:endParaRPr lang="en-US" sz="3200" dirty="0"/>
          </a:p>
        </p:txBody>
      </p:sp>
      <p:sp>
        <p:nvSpPr>
          <p:cNvPr id="4" name="Carte difficultes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 txBox="1"/>
          <p:nvPr/>
        </p:nvSpPr>
        <p:spPr>
          <a:xfrm>
            <a:off x="8229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encontradas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488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Parseo binario genérico (tipos, offsets)</a:t>
            </a:r>
            <a:endParaRPr lang="en-US" sz="1600" dirty="0"/>
          </a:p>
          <a:p>
            <a:pPr marL="228600" indent="-228600" algn="l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en una </a:t>
            </a:r>
            <a:r>
              <a:rPr lang="en-US" sz="1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ImGui</a:t>
            </a:r>
            <a:endParaRPr lang="en-US" sz="1600" dirty="0"/>
          </a:p>
        </p:txBody>
      </p:sp>
      <p:sp>
        <p:nvSpPr>
          <p:cNvPr id="7" name="Carte ecart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49377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del plan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21488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de cámara y objeto aplazados a la entrega 2</a:t>
            </a:r>
            <a:endParaRPr lang="en-US" sz="1600" dirty="0"/>
          </a:p>
          <a:p>
            <a:pPr marL="228600" indent="-228600" algn="l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lista: transformaciones ya en Node</a:t>
            </a:r>
            <a:endParaRPr lang="en-US" sz="1600" dirty="0"/>
          </a:p>
          <a:p>
            <a:pPr marL="228600" indent="-228600" algn="l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de cámara ya implementado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Balance y próximos pasos</a:t>
            </a:r>
            <a:endParaRPr lang="en-US" sz="3200" dirty="0"/>
          </a:p>
        </p:txBody>
      </p:sp>
      <p:sp>
        <p:nvSpPr>
          <p:cNvPr id="4" name="Carte livre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242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 txBox="1"/>
          <p:nvPr/>
        </p:nvSpPr>
        <p:spPr>
          <a:xfrm>
            <a:off x="82296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 en la entrega 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488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Inicialización del proyecto</a:t>
            </a:r>
            <a:endParaRPr lang="en-US" sz="1600" dirty="0"/>
          </a:p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y parseo del GLB</a:t>
            </a:r>
            <a:endParaRPr lang="en-US" sz="1600" dirty="0"/>
          </a:p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del modelo</a:t>
            </a:r>
            <a:endParaRPr lang="en-US" sz="1600" dirty="0"/>
          </a:p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Cuadrícula en la escena</a:t>
            </a:r>
            <a:endParaRPr lang="en-US" sz="1600" dirty="0"/>
          </a:p>
          <a:p>
            <a:pPr marL="228600" indent="-228600" algn="l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de cámara</a:t>
            </a:r>
            <a:endParaRPr lang="en-US" sz="1600" dirty="0"/>
          </a:p>
        </p:txBody>
      </p:sp>
      <p:sp>
        <p:nvSpPr>
          <p:cNvPr id="7" name="Carte Entrega 2"/>
          <p:cNvSpPr/>
          <p:nvPr/>
        </p:nvSpPr>
        <p:spPr>
          <a:xfrm>
            <a:off x="4754880" y="1371600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 txBox="1"/>
          <p:nvPr/>
        </p:nvSpPr>
        <p:spPr>
          <a:xfrm>
            <a:off x="4983480" y="15544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2</a:t>
            </a:r>
            <a:endParaRPr lang="en-US" sz="14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Texturas, movimiento de cámara y objeto, elección de la perspectiva</a:t>
            </a:r>
            <a:endParaRPr lang="en-US" sz="1400" dirty="0"/>
          </a:p>
        </p:txBody>
      </p:sp>
      <p:sp>
        <p:nvSpPr>
          <p:cNvPr id="9" name="Carte Entrega 3"/>
          <p:cNvSpPr/>
          <p:nvPr/>
        </p:nvSpPr>
        <p:spPr>
          <a:xfrm>
            <a:off x="4754880" y="2971800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4983480" y="31546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3</a:t>
            </a:r>
            <a:endParaRPr lang="en-US" sz="14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y gestión de las normales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B Viewer">
  <a:themeElements>
    <a:clrScheme name="GLB Viewer">
      <a:dk1>
        <a:srgbClr val="474747"/>
      </a:dk1>
      <a:lt1>
        <a:srgbClr val="FFFFFF"/>
      </a:lt1>
      <a:dk2>
        <a:srgbClr val="8A8A8A"/>
      </a:dk2>
      <a:lt2>
        <a:srgbClr val="FBF3D5"/>
      </a:lt2>
      <a:accent1>
        <a:srgbClr val="E0B014"/>
      </a:accent1>
      <a:accent2>
        <a:srgbClr val="EEEEEE"/>
      </a:accent2>
      <a:accent3>
        <a:srgbClr val="474747"/>
      </a:accent3>
      <a:accent4>
        <a:srgbClr val="8A8A8A"/>
      </a:accent4>
      <a:accent5>
        <a:srgbClr val="FBF3D5"/>
      </a:accent5>
      <a:accent6>
        <a:srgbClr val="E0B014"/>
      </a:accent6>
      <a:hlink>
        <a:srgbClr val="474747"/>
      </a:hlink>
      <a:folHlink>
        <a:srgbClr val="8A8A8A"/>
      </a:folHlink>
    </a:clrScheme>
    <a:fontScheme name="GLB View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981</Words>
  <Application>Microsoft Office PowerPoint</Application>
  <PresentationFormat>Affichage à l'écran (16:9)</PresentationFormat>
  <Paragraphs>163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GLB Viewer</vt:lpstr>
      <vt:lpstr>GLB Viewer</vt:lpstr>
      <vt:lpstr>Un visor GLB en tres entregas</vt:lpstr>
      <vt:lpstr>El formato GLB en breve</vt:lpstr>
      <vt:lpstr>Arquitectura de las clases de datos</vt:lpstr>
      <vt:lpstr>Buffers tipados gracias a las plantillas</vt:lpstr>
      <vt:lpstr>Pipeline de renderizado</vt:lpstr>
      <vt:lpstr>Demo</vt:lpstr>
      <vt:lpstr>Dificultades y desviaciones del plan</vt:lpstr>
      <vt:lpstr>Balance y próximos pasos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GLB Viewer - Entrega 1</dc:title>
  <dc:subject>PptxGenJS Presentation</dc:subject>
  <dc:creator>PptxGenJS</dc:creator>
  <cp:lastModifiedBy>adrien roho</cp:lastModifiedBy>
  <cp:revision>2</cp:revision>
  <dcterms:created xsi:type="dcterms:W3CDTF">2026-10-27T15:56:57Z</dcterms:created>
  <dcterms:modified xsi:type="dcterms:W3CDTF">2026-10-27T16:13:47Z</dcterms:modified>
</cp:coreProperties>
</file>